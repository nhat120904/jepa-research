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02020"/>
                </a:solidFill>
              </a:rPr>
              <a:t>Boundary-Blind World Models — Weekly Progress</a:t>
            </a:r>
          </a:p>
          <a:p>
            <a:r>
              <a:rPr sz="1400" i="1">
                <a:solidFill>
                  <a:srgbClr val="555555"/>
                </a:solidFill>
              </a:rPr>
              <a:t>Week of 2026-06-12 → 06-19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02020"/>
                </a:solidFill>
              </a:rPr>
              <a:t>• Goal: make these AI 'world models' plan contact tasks (push, pick-and-place) — today they fail.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02020"/>
                </a:solidFill>
              </a:rPr>
              <a:t>• This week we found exactly why: the model predicts almost the same result no matter which action you try.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02020"/>
                </a:solidFill>
              </a:rPr>
              <a:t>• Its 'eyes' and 'memory' are fine — the earlier 'fixes' only looked like fixes.</a:t>
            </a:r>
          </a:p>
          <a:p>
            <a:pPr>
              <a:spcAft>
                <a:spcPts val="700"/>
              </a:spcAft>
            </a:pPr>
            <a:r>
              <a:rPr sz="1800">
                <a:solidFill>
                  <a:srgbClr val="202020"/>
                </a:solidFill>
              </a:rPr>
              <a:t>• On the one task it does handle (reaching), we already beat the published result: 94% vs 44.8%.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02020"/>
                </a:solidFill>
              </a:rPr>
              <a:t>Recap &amp; 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B5E20"/>
                </a:solidFill>
              </a:rPr>
              <a:t>In plain terms:  </a:t>
            </a:r>
            <a:r>
              <a:rPr sz="1500" i="1">
                <a:solidFill>
                  <a:srgbClr val="1B5E20"/>
                </a:solidFill>
              </a:rPr>
              <a:t>the arm reaches the target, but the robot never actually moves the object.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02020"/>
                </a:solidFill>
              </a:rPr>
              <a:t>• A 'world model' imagines what the robot will see after an action; the planner uses it to pick actions.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0"/>
                </a:solidFill>
              </a:rPr>
              <a:t>• Reaching an empty-space target works (94%). The moment the arm must move an OBJECT, it fails (0%).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0"/>
                </a:solidFill>
              </a:rPr>
              <a:t>• Question: is the problem the planner, the model's vision, or the model's predictions?</a:t>
            </a:r>
          </a:p>
        </p:txBody>
      </p:sp>
      <p:pic>
        <p:nvPicPr>
          <p:cNvPr id="5" name="Picture 4" descr="closed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319410"/>
            <a:ext cx="5212080" cy="34078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02020"/>
                </a:solidFill>
              </a:rPr>
              <a:t>Three fixes — and why we dug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B5E20"/>
                </a:solidFill>
              </a:rPr>
              <a:t>In plain terms:  </a:t>
            </a:r>
            <a:r>
              <a:rPr sz="1500" i="1">
                <a:solidFill>
                  <a:srgbClr val="1B5E20"/>
                </a:solidFill>
              </a:rPr>
              <a:t>two fixes looked promising, so we built a sharper ruler to check if they were real.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02020"/>
                </a:solidFill>
              </a:rPr>
              <a:t>• Fix 1 — score actions by how much they move the object: tiny gain.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0"/>
                </a:solidFill>
              </a:rPr>
              <a:t>• Fix 2 — push the planner to seek contact: no help (slightly worse).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0"/>
                </a:solidFill>
              </a:rPr>
              <a:t>• Fix 3 — correct the model's predictions: looked like the best...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• ...but all three left success at 0/16. So we built a more precise way to read the object.</a:t>
            </a:r>
          </a:p>
        </p:txBody>
      </p:sp>
      <p:pic>
        <p:nvPicPr>
          <p:cNvPr id="5" name="Picture 4" descr="fix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702292"/>
            <a:ext cx="5577840" cy="26421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02020"/>
                </a:solidFill>
              </a:rPr>
              <a:t>It's not the model's vision or its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B5E20"/>
                </a:solidFill>
              </a:rPr>
              <a:t>In plain terms:  </a:t>
            </a:r>
            <a:r>
              <a:rPr sz="1500" i="1">
                <a:solidFill>
                  <a:srgbClr val="1B5E20"/>
                </a:solidFill>
              </a:rPr>
              <a:t>the model's 'eyes' (where the object is) and 'memory' (what just happened) are both fine.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02020"/>
                </a:solidFill>
              </a:rPr>
              <a:t>• We read the object's position out of the model two ways; the old readout was blurry (6 cm).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• A better readout pins it to 2 cm — inside the 5 cm success zone 92% of the time. The info was always there.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0"/>
                </a:solidFill>
              </a:rPr>
              <a:t>• The model also correctly replays what really happened (~3 cm over 6 steps).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• And Fix 3 is no better than no-fix under the precise readout — it had just gamed the blurry one.</a:t>
            </a:r>
          </a:p>
        </p:txBody>
      </p:sp>
      <p:pic>
        <p:nvPicPr>
          <p:cNvPr id="5" name="Picture 4" descr="precision_pooled_vs_spa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736" y="3657600"/>
            <a:ext cx="7242047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02020"/>
                </a:solidFill>
              </a:rPr>
              <a:t>The real problem: it can't tell actions apart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B5E20"/>
                </a:solidFill>
              </a:rPr>
              <a:t>In plain terms:  </a:t>
            </a:r>
            <a:r>
              <a:rPr sz="1500" i="1">
                <a:solidFill>
                  <a:srgbClr val="1B5E20"/>
                </a:solidFill>
              </a:rPr>
              <a:t>the model imagines almost the same object outcome for every action — so the planner can't choose.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202020"/>
                </a:solidFill>
              </a:rPr>
              <a:t>• Planning = imagine many actions, keep the one that best moves the object to the goal.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0"/>
                </a:solidFill>
              </a:rPr>
              <a:t>• In reality, different actions send the object ~2.4 cm apart.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• But the model imagines them all landing in nearly the same spot (0.74 cm) — unrelated to the truth.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• So every action looks equally good to the planner. That is the core failure.</a:t>
            </a:r>
          </a:p>
        </p:txBody>
      </p:sp>
      <p:pic>
        <p:nvPicPr>
          <p:cNvPr id="5" name="Picture 4" descr="counterfactual_sm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301240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202020"/>
                </a:solidFill>
              </a:rPr>
              <a:t>Where it stands &amp; what's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7899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B5E20"/>
                </a:solidFill>
              </a:rPr>
              <a:t>In plain terms:  </a:t>
            </a:r>
            <a:r>
              <a:rPr sz="1500" i="1">
                <a:solidFill>
                  <a:srgbClr val="1B5E20"/>
                </a:solidFill>
              </a:rPr>
              <a:t>vision ✓, memory ✓, imagining different actions ✗ — that last part is what we now fix.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• The failure, located: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202020"/>
                </a:solidFill>
              </a:rPr>
              <a:t>– Vision (where the object is): FINE — 2 cm.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202020"/>
                </a:solidFill>
              </a:rPr>
              <a:t>– Memory (replaying what happened): FINE — ~3 cm over 6 steps.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202020"/>
                </a:solidFill>
              </a:rPr>
              <a:t>– Imagining different actions differently: BROKEN — the culprit.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0"/>
                </a:solidFill>
              </a:rPr>
              <a:t>• Fix 3 was a mirage (it gamed the blurry readout) — an honest negative.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202020"/>
                </a:solidFill>
              </a:rPr>
              <a:t>• Running now: give the planner an accurate object target + the one part that DOES tell actions</a:t>
            </a:r>
          </a:p>
          <a:p>
            <a:pPr lvl="1">
              <a:spcAft>
                <a:spcPts val="700"/>
              </a:spcAft>
            </a:pPr>
            <a:r>
              <a:rPr sz="1300">
                <a:solidFill>
                  <a:srgbClr val="202020"/>
                </a:solidFill>
              </a:rPr>
              <a:t>– apart, weighted to drive the choice. Works → first contact successes; if not → strengthen that part.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02020"/>
                </a:solidFill>
              </a:rPr>
              <a:t>• Reaching already beats the paper (94% vs 44.8%).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