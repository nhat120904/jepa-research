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02020"/>
                </a:solidFill>
              </a:rPr>
              <a:t>Boundary-Blind World Models — Weekly Progress</a:t>
            </a:r>
          </a:p>
          <a:p>
            <a:r>
              <a:rPr sz="1400" i="1">
                <a:solidFill>
                  <a:srgbClr val="555555"/>
                </a:solidFill>
              </a:rPr>
              <a:t>Week of 2026-06-12 → 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02020"/>
                </a:solidFill>
              </a:rPr>
              <a:t>• Goal: get JEPA world models to plan contact tasks (push / pick-place), where they fail.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02020"/>
                </a:solidFill>
              </a:rPr>
              <a:t>• This week: pinned the failure to ONE channel — the predictor can't tell actions apart at the object level.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02020"/>
                </a:solidFill>
              </a:rPr>
              <a:t>• Encoder and factual object tracking are both fine; the apparent 'fixes' were measurement artifacts.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02020"/>
                </a:solidFill>
              </a:rPr>
              <a:t>• Reach still beats the paper: 94% vs 44.8%.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02020"/>
                </a:solidFill>
              </a:rPr>
              <a:t>Recap &amp; this week's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Boundary Blindness (BB): the predictor smears different actions into one latent near contact.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Closed-loop: Reach works (94%); Push / Pick-place stuck at 0% — the BB gap.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Last week: a scoring fix gave a small placement gain but zero successes.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Question: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Is the bottleneck the PLANNER, the ENCODER, or the PREDICTOR itself?</a:t>
            </a:r>
          </a:p>
        </p:txBody>
      </p:sp>
      <p:pic>
        <p:nvPicPr>
          <p:cNvPr id="4" name="Picture 3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6636"/>
            <a:ext cx="5303520" cy="3467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02020"/>
                </a:solidFill>
              </a:rPr>
              <a:t>Two fix legs — and why we had to dig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hexp — grounded EXPLORATION: null, slightly worse. Not the planner's search.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l2c — residual corrective PREDICTOR: looked like the BEST leg (+0.13).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But every fix was read through a lossy 'pooled' object readout (6.4 cm).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So we built a precise readout and re-measured — the l2c win did not survive (next slides).</a:t>
            </a:r>
          </a:p>
        </p:txBody>
      </p:sp>
      <p:pic>
        <p:nvPicPr>
          <p:cNvPr id="4" name="Picture 3" descr="fix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501798"/>
            <a:ext cx="5577840" cy="26773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02020"/>
                </a:solidFill>
              </a:rPr>
              <a:t>Not the encoder, not factual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A spatially-aware probe recovers the object to 2 cm from the SAME latent (pooled said 6.4 cm).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92% within the 5 cm push radius → the encoder clearly holds the object.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The frozen predictor also tracks the object factually to ~3 cm over a 6-step rollout.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And the residual 'fix' is no better than frozen under the precise probe — it gamed the old readout.</a:t>
            </a:r>
          </a:p>
        </p:txBody>
      </p:sp>
      <p:pic>
        <p:nvPicPr>
          <p:cNvPr id="4" name="Picture 3" descr="precision_pooled_vs_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566160"/>
            <a:ext cx="7461504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02020"/>
                </a:solidFill>
              </a:rPr>
              <a:t>The real bottleneck: the predictor can't tell actions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Planning needs different actions → different predicted object (so CEM can choose).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From one state, different actions move the object ~2.4 cm apart (ground truth).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But the predictor predicts ~the same object for every action: 0.74 cm spread, corr ≈ 0.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→ True Boundary Blindness, at the object level, confirmed with a 2 cm-precise readout.</a:t>
            </a:r>
          </a:p>
        </p:txBody>
      </p:sp>
      <p:pic>
        <p:nvPicPr>
          <p:cNvPr id="4" name="Picture 3" descr="counterfactual_sm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33600"/>
            <a:ext cx="5120640" cy="3413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02020"/>
                </a:solidFill>
              </a:rPr>
              <a:t>Resolved picture &amp;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Where the contact-planning failure lives: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Encoder (object in latent): FINE — 2 cm.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Predictor, factual object tracking: FINE — ~3 cm / 6 steps.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Predictor, counterfactual object response: DEAD — the locus.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02020"/>
                </a:solidFill>
              </a:rPr>
              <a:t>• The residual fix was illusory (gamed the old readout) — an honest negative.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Next (launching now):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Supervise the action→object channel separately + plan against it with the 2 cm readout —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</a:rPr>
              <a:t>– the precisely-motivated shot at flipping contact successes beyond the paper.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02020"/>
                </a:solidFill>
              </a:rPr>
              <a:t>• Reach 94% vs 44.8% stands.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